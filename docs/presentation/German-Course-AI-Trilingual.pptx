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ebf108c2ea4bd7" /><Relationship Type="http://schemas.openxmlformats.org/officeDocument/2006/relationships/extended-properties" Target="/docProps/app.xml" Id="Rcc634a74872e44df" /><Relationship Type="http://schemas.openxmlformats.org/officeDocument/2006/relationships/officeDocument" Target="/ppt/presentation.xml" Id="R8d9ff329ff1a47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d384e84be040be"/>
  </p:sldMasterIdLst>
  <p:notesMasterIdLst>
    <p:notesMasterId xmlns:r="http://schemas.openxmlformats.org/officeDocument/2006/relationships" r:id="R68687a610da74c29"/>
  </p:notesMasterIdLst>
  <p:sldIdLst>
    <p:sldId xmlns:r="http://schemas.openxmlformats.org/officeDocument/2006/relationships" id="256" r:id="R8c4826a347d14401"/>
    <p:sldId xmlns:r="http://schemas.openxmlformats.org/officeDocument/2006/relationships" id="257" r:id="Rfaeaf785f87f4dd7"/>
    <p:sldId xmlns:r="http://schemas.openxmlformats.org/officeDocument/2006/relationships" id="258" r:id="Rd54e1d0b8b6c476a"/>
    <p:sldId xmlns:r="http://schemas.openxmlformats.org/officeDocument/2006/relationships" id="259" r:id="R0e83bf351a1c416c"/>
    <p:sldId xmlns:r="http://schemas.openxmlformats.org/officeDocument/2006/relationships" id="260" r:id="Rd098d8f6b5cb4816"/>
    <p:sldId xmlns:r="http://schemas.openxmlformats.org/officeDocument/2006/relationships" id="261" r:id="Rf7a6b883fad149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3c3554d1e9400b" /><Relationship Type="http://schemas.openxmlformats.org/officeDocument/2006/relationships/slideMaster" Target="/ppt/slideMasters/slideMaster1.xml" Id="Rcbd384e84be040be" /><Relationship Type="http://schemas.openxmlformats.org/officeDocument/2006/relationships/notesMaster" Target="/ppt/notesMasters/notesMaster1.xml" Id="R68687a610da74c29" /><Relationship Type="http://schemas.openxmlformats.org/officeDocument/2006/relationships/presProps" Target="/ppt/presProps.xml" Id="R719bfd1033124cf1" /><Relationship Type="http://schemas.openxmlformats.org/officeDocument/2006/relationships/tableStyles" Target="/ppt/tableStyles.xml" Id="Rcf29ba3f99da4b33" /><Relationship Type="http://schemas.openxmlformats.org/officeDocument/2006/relationships/slide" Target="/ppt/slides/slide1.xml" Id="R8c4826a347d14401" /><Relationship Type="http://schemas.openxmlformats.org/officeDocument/2006/relationships/slide" Target="/ppt/slides/slide2.xml" Id="Rfaeaf785f87f4dd7" /><Relationship Type="http://schemas.openxmlformats.org/officeDocument/2006/relationships/slide" Target="/ppt/slides/slide3.xml" Id="Rd54e1d0b8b6c476a" /><Relationship Type="http://schemas.openxmlformats.org/officeDocument/2006/relationships/slide" Target="/ppt/slides/slide4.xml" Id="R0e83bf351a1c416c" /><Relationship Type="http://schemas.openxmlformats.org/officeDocument/2006/relationships/slide" Target="/ppt/slides/slide5.xml" Id="Rd098d8f6b5cb4816" /><Relationship Type="http://schemas.openxmlformats.org/officeDocument/2006/relationships/slide" Target="/ppt/slides/slide6.xml" Id="Rf7a6b883fad149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118a0ef50f4b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c4a19641cb47af" /><Relationship Type="http://schemas.openxmlformats.org/officeDocument/2006/relationships/notesMaster" Target="/ppt/notesMasters/notesMaster1.xml" Id="R373dfea2d7ae44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2c3390bd6b4dda" /><Relationship Type="http://schemas.openxmlformats.org/officeDocument/2006/relationships/notesMaster" Target="/ppt/notesMasters/notesMaster1.xml" Id="R952a5853515a45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29c7e3cc9e4ccd" /><Relationship Type="http://schemas.openxmlformats.org/officeDocument/2006/relationships/notesMaster" Target="/ppt/notesMasters/notesMaster1.xml" Id="Rebb4a9e4767a4e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37ab12d4ea463f" /><Relationship Type="http://schemas.openxmlformats.org/officeDocument/2006/relationships/notesMaster" Target="/ppt/notesMasters/notesMaster1.xml" Id="Red352630a04b49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b6cfb0646c4d0c" /><Relationship Type="http://schemas.openxmlformats.org/officeDocument/2006/relationships/notesMaster" Target="/ppt/notesMasters/notesMaster1.xml" Id="R1c380f7ce61145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b65025b8f54f83" /><Relationship Type="http://schemas.openxmlformats.org/officeDocument/2006/relationships/notesMaster" Target="/ppt/notesMasters/notesMaster1.xml" Id="Ra87aa017168844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https://github.com/Azizsekerdil/GermanCourseAI/releases/tag/v1.2.0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6298837b7441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001cc36d2c47b1" /><Relationship Type="http://schemas.openxmlformats.org/officeDocument/2006/relationships/slideLayout" Target="/ppt/slideLayouts/slideLayout1.xml" Id="R582f8d2294ec43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2f8d2294ec43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4eb2025284478" /><Relationship Type="http://schemas.openxmlformats.org/officeDocument/2006/relationships/image" Target="/ppt/media/image.png" Id="R908af25a4a6840ef" /><Relationship Type="http://schemas.openxmlformats.org/officeDocument/2006/relationships/notesSlide" Target="/ppt/notesSlides/notesSlide1.xml" Id="R5872db3ad2614e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620456a0a4db3" /><Relationship Type="http://schemas.openxmlformats.org/officeDocument/2006/relationships/image" Target="/ppt/media/image.jpeg" Id="Rd5cefa8cbcf14da2" /><Relationship Type="http://schemas.openxmlformats.org/officeDocument/2006/relationships/notesSlide" Target="/ppt/notesSlides/notesSlide2.xml" Id="R28fce589141e43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c1a46ae1f4059" /><Relationship Type="http://schemas.openxmlformats.org/officeDocument/2006/relationships/notesSlide" Target="/ppt/notesSlides/notesSlide3.xml" Id="Rbdbd5f8ccd024c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c57b780544719" /><Relationship Type="http://schemas.openxmlformats.org/officeDocument/2006/relationships/notesSlide" Target="/ppt/notesSlides/notesSlide4.xml" Id="R695fa6de9e3848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478817f90425e" /><Relationship Type="http://schemas.openxmlformats.org/officeDocument/2006/relationships/notesSlide" Target="/ppt/notesSlides/notesSlide5.xml" Id="Rb325097c232b44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63331cdec4948" /><Relationship Type="http://schemas.openxmlformats.org/officeDocument/2006/relationships/notesSlide" Target="/ppt/notesSlides/notesSlide6.xml" Id="R3a27ed92838846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DB6DAC9F-4D84-478B-AE1B-23B78E9D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5267375E-2F47-4CC5-852F-D260E80D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04EE5129-C585-4EF0-BCAF-DBD8C099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09A12ED0-9573-4E32-BCA6-BA73E3E0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BF419A2C-4FA1-45FF-A548-3B1FBEE0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1D325EB1-2955-40F5-93F8-C100445D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53FB5070-83D6-4E2C-8624-F0AADDB3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C7213DFD-D89C-437A-A289-800D23C8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BBB86E68-240A-4D36-903B-6EA7684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AC528F4E-A01C-42AF-BF51-5EC33242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af25a4a6840ef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A7FD873E-C7CC-465B-9B83-69E3DB05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5968722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8F62D3B4-19A0-4BD7-B956-45BD4984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EE12E12A-6723-493D-8DFA-3BF24045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4E0A44FC-6AEB-46C4-B904-594FC9FB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3152F943-7428-440C-8301-8748BE22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36F9F73A-23DD-4EBE-9F2D-F2C8A588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6FE164FC-EB88-4107-9653-B3696323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BBAA5C99-C839-4B24-BA9C-2B6BF460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A949F6EE-1794-46EF-B194-E94371D5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dreisprachiges Wörterbuch DE-EN-TR,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B41CFA2D-A119-410C-8190-9567E433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4DA67DD5-62C1-4B4C-BA36-00E266DB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B5DA10AF-23F3-4C66-93A1-69748DBB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efa8cbcf14da2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5E9C3962-EEAD-4EE7-A790-78DA06BE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594986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92A34BA2-05AF-4406-AFE7-A1CF9759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94B9B308-B488-4FC7-B2C9-7D5162A8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EC84F5A9-52A9-44EB-BB0D-6156BF47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E7D5C448-EA7D-4433-8501-6977A4C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D851E3E4-8D2B-4C3C-B944-E3EB0C9B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F60C1993-8D31-4C34-ABDA-463D5BFF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872CA90A-72D3-412E-9524-581AED41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10E1E981-6D60-4881-8BE0-8F301BA1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88E9C127-BFBB-4858-B0A9-4B19F7C6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42241732-D5D6-4EB1-AB7C-2293C41B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A95F438F-AB83-4483-9C0C-E4E5C13B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0CFD4A77-47B1-4655-80AC-7EAF0161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1CDA6CAA-F3E7-4F3E-B16A-E3F65700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DE-EN-TR dictionary with selectable direction,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5D3B49BA-4446-4DDF-8F3A-85B871FE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61EC830C-DC89-488F-97CF-246C16FA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998F8535-9117-4711-81E5-A3945CB8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3A3A2EAA-F046-4E4C-AFE3-296AE88C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A5F87B11-377E-4EF5-9602-82ABDF57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29713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97C55A65-1C79-4059-962C-02D21191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3CA18004-B494-4C76-B0F7-00F3127F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82D30C58-BE95-4055-8C29-6D6B027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348C1204-FF34-45EA-9A3E-242512EE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05D79A9E-4BD7-45FE-A1ED-98BD9187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1A0DD97D-DE24-42BE-8AE9-5CFF7A72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0D3F467A-7B55-4A08-93BC-E4393579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DB02D4B7-AD1D-480A-B0C2-886223FD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F67D3A52-A3C3-4B49-9B24-3041D0D1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034868B8-543B-4CF7-AF7A-0A3B2267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C6CF868F-CE9D-43C3-8A24-97F162B7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0BA21ABF-B321-44BC-AE19-56FF8A08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BE699737-8986-4D3D-BE7B-1848D55F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09F8DF43-0D19-484D-9E9B-956155A5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0E441D89-8F20-4297-87A6-78E78275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1FA414CB-5370-46E1-8F03-BF869738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226B3944-B5BE-4A4B-A596-3173E2C1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DE↔EN↔TR yön seçimli · dictionary DE/EN/TR with direction switch · Wörterbuch DE/EN/TR mit Richtungswahl</a:t>
            </a:r>
          </a:p>
        </p:txBody>
      </p:sp>
    </p:spTree>
    <p:extLst>
      <p:ext uri="{BB962C8B-B14F-4D97-AF65-F5344CB8AC3E}">
        <p14:creationId xmlns:p14="http://schemas.microsoft.com/office/powerpoint/2010/main" val="1262386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CC8872A3-4FCA-4CE6-A9EB-2B9A2777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07A915D4-B064-484F-83B3-51EB19AC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213FBECB-FE92-4731-B056-3A9EACC0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9EE46C01-5EEE-4A58-B211-C2813C9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863C23BD-119E-4B57-837F-3253D2AF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2222045F-6A9C-4BF1-AEFF-FB96522A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11BABC0B-8AEC-456D-BA83-38635110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3FDDED3F-1593-4E3D-93AC-A2659275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2EBF4B4C-F216-45C7-AADB-9C422E3B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657BC802-353C-4437-8D3F-92E7BA33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0122CF94-D0F0-432F-86BE-12A78D44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11CB8F24-9DE3-4619-9FAA-CBCFC79B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A4148DEB-BE20-4D5A-805B-C2715DB7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6FB89C06-1EF8-4D90-8057-DD2394F3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0607C023-7AC8-4F9E-B7A6-4188FD94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8C3A3089-7C04-430C-9978-6DDA158C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FD9A7182-60EA-44D5-8DDB-A3FE0494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1CAB923D-193F-4207-9B1A-2DEF2CE3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7063F775-887A-4FDF-AA44-E7EA5421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AF9FC780-281C-482C-A160-5B219F00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5925865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9BF2063D-965C-44A5-BAFE-44A43D4F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D56A71AE-8550-4032-B568-5831F62E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FFA29013-99EA-49A3-BFD5-87E6EAD0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B599A8D4-F59C-4240-A667-52DF5B00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52D78FF0-B093-47E4-8B25-4CEC4777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835E659D-C50C-489D-AEDF-926E923A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3CE6A196-E2B0-4130-83C2-81A3DAE0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5515909F-271E-481C-BE41-B16DDE1D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86 / 86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4D5BF624-9651-412A-9AC7-6846EBA2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1FA0FBBB-93A0-4CCE-9B9F-E57E22C7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2D7AE4AF-ABA1-4CDE-ADAD-6E101001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8EC2E6C2-6FB4-44D9-9A0C-EF14C422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B32C322C-414A-4678-902B-1A6ED941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26B2B46D-A0C8-49C3-A33B-43DED751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EA0FE66C-E5F3-4770-8476-F51FB78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(v1.2.0)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6A096659-B102-4B26-840E-DC6539D9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(v1.2.0)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5729A71B-508E-4089-9045-D872A252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6589315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2026-09-06T15:29:12.4900000Z</dcterms:created>
  <dcterms:modified xsi:type="dcterms:W3CDTF">2026-09-06T15:29:12.4900000Z</dcterms:modified>
</coreProperties>
</file>