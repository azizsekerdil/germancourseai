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79259deed9485a" /><Relationship Type="http://schemas.openxmlformats.org/officeDocument/2006/relationships/extended-properties" Target="/docProps/app.xml" Id="R998c36e0a3d84ca1" /><Relationship Type="http://schemas.openxmlformats.org/officeDocument/2006/relationships/officeDocument" Target="/ppt/presentation.xml" Id="R6fff55e160554e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df0e42064342b9"/>
  </p:sldMasterIdLst>
  <p:notesMasterIdLst>
    <p:notesMasterId xmlns:r="http://schemas.openxmlformats.org/officeDocument/2006/relationships" r:id="R82cdf530aaf7448f"/>
  </p:notesMasterIdLst>
  <p:sldIdLst>
    <p:sldId xmlns:r="http://schemas.openxmlformats.org/officeDocument/2006/relationships" id="256" r:id="Rab34e6e2d78247be"/>
    <p:sldId xmlns:r="http://schemas.openxmlformats.org/officeDocument/2006/relationships" id="257" r:id="Rd0d7c0a2e05c41b2"/>
    <p:sldId xmlns:r="http://schemas.openxmlformats.org/officeDocument/2006/relationships" id="258" r:id="R80bc1a4d68da4fc8"/>
    <p:sldId xmlns:r="http://schemas.openxmlformats.org/officeDocument/2006/relationships" id="259" r:id="R725555172403485a"/>
    <p:sldId xmlns:r="http://schemas.openxmlformats.org/officeDocument/2006/relationships" id="260" r:id="R6f02a740011246fe"/>
    <p:sldId xmlns:r="http://schemas.openxmlformats.org/officeDocument/2006/relationships" id="261" r:id="R126b4f48316841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989f276e7e47ba" /><Relationship Type="http://schemas.openxmlformats.org/officeDocument/2006/relationships/slideMaster" Target="/ppt/slideMasters/slideMaster1.xml" Id="Rc3df0e42064342b9" /><Relationship Type="http://schemas.openxmlformats.org/officeDocument/2006/relationships/notesMaster" Target="/ppt/notesMasters/notesMaster1.xml" Id="R82cdf530aaf7448f" /><Relationship Type="http://schemas.openxmlformats.org/officeDocument/2006/relationships/presProps" Target="/ppt/presProps.xml" Id="R11f695dfbdde40d7" /><Relationship Type="http://schemas.openxmlformats.org/officeDocument/2006/relationships/tableStyles" Target="/ppt/tableStyles.xml" Id="Ra6b338f238ec4095" /><Relationship Type="http://schemas.openxmlformats.org/officeDocument/2006/relationships/slide" Target="/ppt/slides/slide1.xml" Id="Rab34e6e2d78247be" /><Relationship Type="http://schemas.openxmlformats.org/officeDocument/2006/relationships/slide" Target="/ppt/slides/slide2.xml" Id="Rd0d7c0a2e05c41b2" /><Relationship Type="http://schemas.openxmlformats.org/officeDocument/2006/relationships/slide" Target="/ppt/slides/slide3.xml" Id="R80bc1a4d68da4fc8" /><Relationship Type="http://schemas.openxmlformats.org/officeDocument/2006/relationships/slide" Target="/ppt/slides/slide4.xml" Id="R725555172403485a" /><Relationship Type="http://schemas.openxmlformats.org/officeDocument/2006/relationships/slide" Target="/ppt/slides/slide5.xml" Id="R6f02a740011246fe" /><Relationship Type="http://schemas.openxmlformats.org/officeDocument/2006/relationships/slide" Target="/ppt/slides/slide6.xml" Id="R126b4f48316841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5e4fab1b2149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ab549ace894b99" /><Relationship Type="http://schemas.openxmlformats.org/officeDocument/2006/relationships/notesMaster" Target="/ppt/notesMasters/notesMaster1.xml" Id="R813739befb3843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b282a0bbd042f1" /><Relationship Type="http://schemas.openxmlformats.org/officeDocument/2006/relationships/notesMaster" Target="/ppt/notesMasters/notesMaster1.xml" Id="Rf1df7f8370c544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427a9ffc834243" /><Relationship Type="http://schemas.openxmlformats.org/officeDocument/2006/relationships/notesMaster" Target="/ppt/notesMasters/notesMaster1.xml" Id="Rd2f6b3b6723944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763c10bb8e458d" /><Relationship Type="http://schemas.openxmlformats.org/officeDocument/2006/relationships/notesMaster" Target="/ppt/notesMasters/notesMaster1.xml" Id="Rd61b94be9c0544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f599970de44648" /><Relationship Type="http://schemas.openxmlformats.org/officeDocument/2006/relationships/notesMaster" Target="/ppt/notesMasters/notesMaster1.xml" Id="R7a6365f70fd24a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38a7fc00484ad8" /><Relationship Type="http://schemas.openxmlformats.org/officeDocument/2006/relationships/notesMaster" Target="/ppt/notesMasters/notesMaster1.xml" Id="Rd571aed22a9a47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https://github.com/Azizsekerdil/GermanCourseAI/releases/tag/v1.1.0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6edd3d58c346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e85cdcf23542df" /><Relationship Type="http://schemas.openxmlformats.org/officeDocument/2006/relationships/slideLayout" Target="/ppt/slideLayouts/slideLayout1.xml" Id="R75e5fe666c1748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e5fe666c1748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e4d3c943649a2" /><Relationship Type="http://schemas.openxmlformats.org/officeDocument/2006/relationships/image" Target="/ppt/media/image.png" Id="Rf54c785962df4348" /><Relationship Type="http://schemas.openxmlformats.org/officeDocument/2006/relationships/notesSlide" Target="/ppt/notesSlides/notesSlide1.xml" Id="R81e4bffa39134b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f47f680b844ab" /><Relationship Type="http://schemas.openxmlformats.org/officeDocument/2006/relationships/image" Target="/ppt/media/image.jpeg" Id="R380cf1f110a145fb" /><Relationship Type="http://schemas.openxmlformats.org/officeDocument/2006/relationships/notesSlide" Target="/ppt/notesSlides/notesSlide2.xml" Id="R48fb3ebf347646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3bc49ceeb4845" /><Relationship Type="http://schemas.openxmlformats.org/officeDocument/2006/relationships/notesSlide" Target="/ppt/notesSlides/notesSlide3.xml" Id="R3abc3a5af2444b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d29a2fcf643a2" /><Relationship Type="http://schemas.openxmlformats.org/officeDocument/2006/relationships/notesSlide" Target="/ppt/notesSlides/notesSlide4.xml" Id="R2f101d5fcb5841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3017c46924c22" /><Relationship Type="http://schemas.openxmlformats.org/officeDocument/2006/relationships/notesSlide" Target="/ppt/notesSlides/notesSlide5.xml" Id="R50d808a833eb4b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ec8ed08c4d4306" /><Relationship Type="http://schemas.openxmlformats.org/officeDocument/2006/relationships/notesSlide" Target="/ppt/notesSlides/notesSlide6.xml" Id="R9f224c76270249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60E84CDA-2483-4BA7-A69D-C329A214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91162354-2712-47C6-B1E2-3121544D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FCE31A98-B259-4ACA-AC75-176F6F26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243CFE09-5027-487B-8D4F-3D2F33DE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9744BF8E-9EC6-43D3-8136-668ED4B3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84D42F99-0C16-44CA-BA33-626FB22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74856780-70B7-4AE3-9252-91A452A0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27E066C9-D23B-40B0-BDBD-4C9994D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07CCC132-E112-43E9-B254-03CF3A48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83B89148-4383-4AFD-B9AD-97B6E2FA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c785962df4348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494973DF-FA58-4A46-9B03-F83A5953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6337494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3B7E770B-4E20-4D7B-9A06-B093FA6F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89016389-903B-4E4B-B1D6-8D2904C6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BC19D17F-30D5-42D7-8BBB-D6C3DED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16DADF3D-055F-4749-B620-8E3B53C6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322AACEA-3C71-4C75-9323-C4D8B6BB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C4F30ABC-63F3-4A03-ABF7-77B656F8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6B686A1D-3EBF-4DDE-8121-DAC0B4C1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AA755804-B2F9-4A2E-B632-BEBB7859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zweisprachiges Wörterbuch DE-EN,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0568CF9E-C889-4923-8811-26D25142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3065FC34-2AD4-4CED-AEB9-6E42A920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4CC32900-600D-4282-8D5B-A1375881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cf1f110a145fb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A7F657A2-4A46-4E09-8DFF-D372A645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14224858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943E1645-AE52-4A29-BB6B-FF8A004E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7C7134F1-A8C7-4AFB-8B28-2F8234A1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EF3DCF60-B307-4B4D-81C3-C349685E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ECB3A8EF-F9E2-4E9E-86C7-E4AE38F0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ED077FD1-F991-4063-96C8-E9186895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6751435A-A35C-4058-BCF4-1AEEFD8C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AE12F696-82E6-428C-8271-95724CBA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3856C250-7106-47B3-8D2D-8C19457E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74457DEF-6EB0-4F9E-8E2C-B60A0F3A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E0DB7838-EF24-44E1-B81B-0037CD40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A8EB057F-9F1F-4DE6-AD6B-C3F18746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3601A569-4C64-4FE3-9787-F20BCC4F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B673AA3A-46F8-4978-B790-FDD53C99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 dictionary,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F6FCED6C-AFC8-4336-8814-6F718BB1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BD95697C-B12B-4674-A1F3-BFC03942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B1E1E57D-6335-4A7D-BE1C-D271D2CB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C3973787-5AC2-4D69-B139-B3D3A7B8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23FD175E-2C1E-40B6-A6AE-4B6B6CFE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6205170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7E981942-C320-4258-9E78-F7EFAEF1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30CD9EC4-A691-4317-99FC-131124C1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0090CD20-49BB-4940-A075-5A3F658F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353774AE-06D0-466C-866A-644C367C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2B7519C6-15B7-4B96-9FC7-AE3F8F2F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74566E6C-236B-4CC3-916D-46B99670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22DE2E25-1B31-4DFF-8BBA-648F8726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8B5CB087-C51A-41B5-ADE0-8E63966D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851A69E4-E758-4992-92A6-A6EFE47C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1828B18D-EDCA-4F21-A9DD-A811BA43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2CAABE89-A1C7-4263-9275-0DB09EB7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FA602EC5-81DC-449D-BE46-A67E8EE7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DA92A6E9-BFE8-4ADB-AE14-004E39DF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94931C97-DB30-4C61-8436-518E09EC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E494B4F7-C2D4-4B62-B849-F2BF4689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DA3BEE73-D124-4B40-A892-7D233EB1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2B1A9361-254C-49BA-87BB-109053AF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çoğuldan tekili bulur · dictionary resolves plurals · Wörterbuch findet den Singular</a:t>
            </a:r>
          </a:p>
        </p:txBody>
      </p:sp>
    </p:spTree>
    <p:extLst>
      <p:ext uri="{BB962C8B-B14F-4D97-AF65-F5344CB8AC3E}">
        <p14:creationId xmlns:p14="http://schemas.microsoft.com/office/powerpoint/2010/main" val="1419821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EFABBF47-78FA-499B-8B99-F7AE37EE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A42CD519-A78B-45D3-9411-3B3C5339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AC5D2B91-A98C-427F-B9F5-83B0C000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FB519E1E-4529-4F05-8623-1366BF2A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3DFFFBE2-57FE-4C2D-87F5-3EF38EFB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E6E2586F-FA23-4DA8-817D-179AC1AC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2E11607D-5B2E-47FB-AE14-D5432D3A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5C1630E7-4328-4BB9-AF8C-C307CD66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7540D09C-AD8B-49AD-B321-73190E79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E8CD00E2-9D2C-4A24-A431-2F48BFA5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5588B9F4-A645-4A32-9BBA-BD99A11D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369A2C51-E9F9-4999-A45A-5F6F1A3B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C8BCCEEE-8210-412B-BFCE-EA185A2B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DA6D9F14-2407-44F8-A2D3-4BF03348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0817B2CA-FB61-4C5E-88E5-AE55C1B7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638DAE33-A9FA-4B29-9086-A7120340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B4F622A5-7BFD-4C27-B84E-0B65C1DB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81849F7A-D721-403D-AE51-CD6483CD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7442B0B6-FDFC-4AEC-8D0F-9CB83FD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00E03B86-B50A-40B4-A369-2F95930B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24272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8FBEF8DC-6887-44E8-B0E3-48D8B032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A0DB2917-D20F-4567-915B-740D0590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A3D8948C-AA32-4C5E-B124-156B90FE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CCB92C04-27E5-480B-B0A7-B0764B95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0439FE51-DB95-465C-83BD-62254ED3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13416E18-271B-4022-9CEA-BF4689CE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A630F12E-52D5-4B4A-8183-053E937D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A886E92A-63A9-4C85-93A1-606D62F3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62 / 62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9CFCBADE-6F24-4659-B390-2A4B31F5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52023EF2-CD78-499F-BD26-CB8B262C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38A0AF63-011E-4CFA-8D65-A42E7489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CEBB8790-CFFB-4728-A8B2-77CC6889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7DFC9F29-B2E6-496A-8D65-48381A89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7911B511-86C3-439E-8558-18D721D7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2C584703-6F1A-4976-98C1-7524A165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(v1.1.0)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C4682A17-8C90-473F-A47F-B18A8E1D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(v1.1.0)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CCD9FD5C-AAD9-4C61-858D-E4E76559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3988752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2026-09-06T08:16:58.1930000Z</dcterms:created>
  <dcterms:modified xsi:type="dcterms:W3CDTF">2026-09-06T08:16:58.1930000Z</dcterms:modified>
</coreProperties>
</file>