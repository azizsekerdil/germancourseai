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cf8de3992645f3" /><Relationship Type="http://schemas.openxmlformats.org/officeDocument/2006/relationships/extended-properties" Target="/docProps/app.xml" Id="R71db0935d3e74a82" /><Relationship Type="http://schemas.openxmlformats.org/officeDocument/2006/relationships/officeDocument" Target="/ppt/presentation.xml" Id="R87d164093ab447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43e295a9674cb8"/>
  </p:sldMasterIdLst>
  <p:notesMasterIdLst>
    <p:notesMasterId xmlns:r="http://schemas.openxmlformats.org/officeDocument/2006/relationships" r:id="Rd8bc9dd3271643e2"/>
  </p:notesMasterIdLst>
  <p:sldIdLst>
    <p:sldId xmlns:r="http://schemas.openxmlformats.org/officeDocument/2006/relationships" id="256" r:id="R094b538f0e0a4cb6"/>
    <p:sldId xmlns:r="http://schemas.openxmlformats.org/officeDocument/2006/relationships" id="257" r:id="R02f827ab557249fa"/>
    <p:sldId xmlns:r="http://schemas.openxmlformats.org/officeDocument/2006/relationships" id="258" r:id="R91fdfa594b25460e"/>
    <p:sldId xmlns:r="http://schemas.openxmlformats.org/officeDocument/2006/relationships" id="259" r:id="R439e9f595e1f426a"/>
    <p:sldId xmlns:r="http://schemas.openxmlformats.org/officeDocument/2006/relationships" id="260" r:id="R23d5cc8c62ab4666"/>
    <p:sldId xmlns:r="http://schemas.openxmlformats.org/officeDocument/2006/relationships" id="261" r:id="R1b58d015e9274a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ee9a0dc24c4e5a" /><Relationship Type="http://schemas.openxmlformats.org/officeDocument/2006/relationships/slideMaster" Target="/ppt/slideMasters/slideMaster1.xml" Id="Rbd43e295a9674cb8" /><Relationship Type="http://schemas.openxmlformats.org/officeDocument/2006/relationships/notesMaster" Target="/ppt/notesMasters/notesMaster1.xml" Id="Rd8bc9dd3271643e2" /><Relationship Type="http://schemas.openxmlformats.org/officeDocument/2006/relationships/presProps" Target="/ppt/presProps.xml" Id="R32b52069e79a4ee6" /><Relationship Type="http://schemas.openxmlformats.org/officeDocument/2006/relationships/tableStyles" Target="/ppt/tableStyles.xml" Id="R72b3cc43dd2a418d" /><Relationship Type="http://schemas.openxmlformats.org/officeDocument/2006/relationships/slide" Target="/ppt/slides/slide1.xml" Id="R094b538f0e0a4cb6" /><Relationship Type="http://schemas.openxmlformats.org/officeDocument/2006/relationships/slide" Target="/ppt/slides/slide2.xml" Id="R02f827ab557249fa" /><Relationship Type="http://schemas.openxmlformats.org/officeDocument/2006/relationships/slide" Target="/ppt/slides/slide3.xml" Id="R91fdfa594b25460e" /><Relationship Type="http://schemas.openxmlformats.org/officeDocument/2006/relationships/slide" Target="/ppt/slides/slide4.xml" Id="R439e9f595e1f426a" /><Relationship Type="http://schemas.openxmlformats.org/officeDocument/2006/relationships/slide" Target="/ppt/slides/slide5.xml" Id="R23d5cc8c62ab4666" /><Relationship Type="http://schemas.openxmlformats.org/officeDocument/2006/relationships/slide" Target="/ppt/slides/slide6.xml" Id="R1b58d015e9274a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e46808c41643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402a7885ca4ae8" /><Relationship Type="http://schemas.openxmlformats.org/officeDocument/2006/relationships/notesMaster" Target="/ppt/notesMasters/notesMaster1.xml" Id="Ree5b134bff5a40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b75bb249824e28" /><Relationship Type="http://schemas.openxmlformats.org/officeDocument/2006/relationships/notesMaster" Target="/ppt/notesMasters/notesMaster1.xml" Id="R8905ef2a89214b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6a6b6713e24f54" /><Relationship Type="http://schemas.openxmlformats.org/officeDocument/2006/relationships/notesMaster" Target="/ppt/notesMasters/notesMaster1.xml" Id="Raad816df96b943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b6141c5ff8439d" /><Relationship Type="http://schemas.openxmlformats.org/officeDocument/2006/relationships/notesMaster" Target="/ppt/notesMasters/notesMaster1.xml" Id="R3139e8f7c8b849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89b8814d4b4d3c" /><Relationship Type="http://schemas.openxmlformats.org/officeDocument/2006/relationships/notesMaster" Target="/ppt/notesMasters/notesMaster1.xml" Id="Ra40eca31fc854a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b6e6f7442d4721" /><Relationship Type="http://schemas.openxmlformats.org/officeDocument/2006/relationships/notesMaster" Target="/ppt/notesMasters/notesMaster1.xml" Id="Recda8093e6174f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https://github.com/Azizsekerdil/GermanCourseAI/releases/tag/v1.0.0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a17346b16d49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e38abadeb14c75" /><Relationship Type="http://schemas.openxmlformats.org/officeDocument/2006/relationships/slideLayout" Target="/ppt/slideLayouts/slideLayout1.xml" Id="R58a114006b0a47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a114006b0a47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0215364ed4392" /><Relationship Type="http://schemas.openxmlformats.org/officeDocument/2006/relationships/image" Target="/ppt/media/image.png" Id="R3d35d683b58a4c02" /><Relationship Type="http://schemas.openxmlformats.org/officeDocument/2006/relationships/notesSlide" Target="/ppt/notesSlides/notesSlide1.xml" Id="Rf4b12ba4b7724f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beb45e0b2464f" /><Relationship Type="http://schemas.openxmlformats.org/officeDocument/2006/relationships/image" Target="/ppt/media/image.jpeg" Id="Reb50836f06df44e9" /><Relationship Type="http://schemas.openxmlformats.org/officeDocument/2006/relationships/notesSlide" Target="/ppt/notesSlides/notesSlide2.xml" Id="R14679a78446740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cb4e69f86489d" /><Relationship Type="http://schemas.openxmlformats.org/officeDocument/2006/relationships/notesSlide" Target="/ppt/notesSlides/notesSlide3.xml" Id="R7170b92b17a645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a12dd8f7e4829" /><Relationship Type="http://schemas.openxmlformats.org/officeDocument/2006/relationships/notesSlide" Target="/ppt/notesSlides/notesSlide4.xml" Id="Rcb4be4cac96d46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6b6655fc4469f" /><Relationship Type="http://schemas.openxmlformats.org/officeDocument/2006/relationships/notesSlide" Target="/ppt/notesSlides/notesSlide5.xml" Id="R208fcb3e5fba45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3f2451a014641" /><Relationship Type="http://schemas.openxmlformats.org/officeDocument/2006/relationships/notesSlide" Target="/ppt/notesSlides/notesSlide6.xml" Id="R773bfca1120d47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BD025786-6C25-47CC-A5F0-C8E285B1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F52B061-E2DA-44FB-99DC-05351207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E03511C0-E60F-4506-AC66-63E8E3E4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476A2E35-FF67-44ED-AEF4-78EEA11C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4DA3AA05-FBBE-4EFA-8F43-723A69B4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3CC5B6E1-1E9B-447C-A270-D11598FD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CBCE2E5B-9DA5-4FD2-99F1-C10A4147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E72332B6-54AB-4FD6-A089-9BC32E99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10AD1910-823E-4EA0-87F7-D1F92F5C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C61DB1B5-436B-41F9-9871-100BE711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5d683b58a4c02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66E07B7C-169D-4C0A-A15F-EEEA1BD6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304472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5FEAAD70-FE91-412E-8250-EA29A9F0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255F1637-D4E0-4E03-B7C1-AC5AB66B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F6D83F94-B08A-4AAC-80DB-839A2B1D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77648BCF-3DD1-4310-909F-8F5554DE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83A79BEF-C93E-4BC0-8D40-F3D41E32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11AF26BA-C96F-4335-8D3E-5F3402D8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04067BA7-DAF1-4359-88C5-48D4E5C6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C8FCCA59-4EAF-4CBD-A7BA-931FF8EB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zweisprachiges Wörterbuch DE-EN,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F50F33E0-329E-4298-AA50-3CE468BD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46324EEC-29AF-488A-AE28-7DDA587D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CECD7995-7AE5-4E2F-A66A-EFD490C0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0836f06df44e9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4BC43FC3-81E4-4A37-8CD1-28178D87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6006257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745715F3-DE9A-48C2-B66C-96A476A5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19A687DA-52B2-43E1-8A5E-05A0642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0983BFA4-D022-4E81-8A99-0B51E077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1CACEE5B-FA8F-480E-9331-BC77FF8A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143349AE-F1CF-45AF-A549-F068E33F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86AA954F-4D28-4170-825F-2F0134BE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3A98FDE9-4E43-490F-ABE7-58292EBA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F5FAB578-268D-4DD7-AAE6-576CE3CF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313CE2A0-013F-4D4A-B87B-8D397DE9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56DB5CB0-E68A-4AA1-B2BF-D6430C30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975AABAC-176A-4C8A-B012-5768692C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D4CD2609-E7FC-4364-B621-E2FCF038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7E775B3E-6795-4995-9D1E-868F919E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 dictionary,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2206685E-001E-4D2B-9A10-2C2BCFB1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BA97ECE1-9815-4389-8BAE-623E2904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B9C9039C-5D48-49E2-9366-E7A57552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DE079705-456B-4EFD-A68E-F6871E46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6F2FE22C-5D60-4635-BAAE-B1C378AE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4367684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9A49CECE-053E-413F-BE68-EB98269D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F01ECE95-D0FC-4043-B0A2-8100311E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36890FB4-048D-46EE-9EB7-1A2F60D0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9250F9EF-5094-4C4D-8BA8-1FB5A03D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F094DCFC-6B32-4FED-86F9-F40C8B5C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990C520E-607D-4773-A1CC-469184FF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B4D9FC9E-4437-4BB5-B530-0CE4E1F8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E0EC76BB-899B-401A-97A3-B8E149D3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8839ADEE-2B21-491E-8619-5BF63326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0A86C5E1-60B3-428C-8D03-31F298A2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2317AE37-C2FE-45C1-93B0-58D662D9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E27B6F67-FF6C-4135-A2C9-19A2E98A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4433BAE4-6AAC-4398-B4A8-2EC983A5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B2EA36EB-7FC3-4824-84AC-D319FFC4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11207B2D-848D-4A11-80AC-1EBE7A53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BC366D09-5D23-4DBC-8ACD-F8C05C30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42F29645-C2BE-4BD4-867C-69F7ABC6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çoğuldan tekili bulur · dictionary resolves plurals · Wörterbuch findet den Singular</a:t>
            </a:r>
          </a:p>
        </p:txBody>
      </p:sp>
    </p:spTree>
    <p:extLst>
      <p:ext uri="{BB962C8B-B14F-4D97-AF65-F5344CB8AC3E}">
        <p14:creationId xmlns:p14="http://schemas.microsoft.com/office/powerpoint/2010/main" val="17536090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711CA2BA-6826-4594-8293-E92E72FE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A29DC29D-33AF-4D8A-B4AC-696A2765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A75D78A3-9D18-4CC5-8E99-25A7C77B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62082AC5-78A8-49C3-99BE-D91ECAAB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D998DB1F-68F7-460E-96D0-93B08A1C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E79DB1BB-8361-44F5-827F-43E67A2E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4473D131-EE77-48ED-8C2F-A1B139BD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EC02141A-05E4-46DF-9C19-DD47195D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D771F8D1-2DAE-49C3-AFAB-0F1755EA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265CEFF7-5241-4732-BE56-6DD2BA59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7475A7BF-4FEE-48CF-9464-5DD61051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5530697F-73F3-419E-ABF9-7F46EE5A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B8A3846B-24E5-44A6-9E55-861F8EF8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5B8748CB-BBFF-4B6B-8FDE-E2A69B33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İstek yalnızca yerel uç noktaya gider; bağlantı yoksa akış güvenle kapanır.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02DBDE38-F6F4-4C55-92F7-8EB45901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4EAC44E4-47B2-4530-A587-BC94888A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DE5B697C-942B-4A8A-B12B-B767E654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230EAA8E-ED5B-4163-98E4-27244338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475294D5-DAF7-4510-B28D-C2E68821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E7E13599-4CD1-46A2-8CD3-3275896F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394195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455A9B25-E43B-41DA-8A53-98CFA3C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A99BF37C-D547-41FD-88F4-7F425D5D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756ECBBD-B037-45E3-91E6-22908499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0212001F-FEE5-429B-987D-9F1FE28D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9AECB58E-53C3-424C-ADD2-88FD1B46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D1D4913D-8319-4B93-9EFA-ABFAAE10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3BCF9A6E-EEA4-4B48-A4B3-925BD1CD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F1389FF6-726D-4F04-A211-575F59ED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37 / 37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BDCAA7ED-C32E-4808-BE15-1ED317B8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4CC679DE-917F-4448-8EB3-B978D4C1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6EFAD34B-1CF6-4255-989C-1F284B0C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FA52ABFD-2DF6-4114-8BA3-0FD7BBB2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6ED0AE9B-C67E-4861-B2CD-00462E7D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E8DBBFCA-717C-4DB0-B85F-D96EA825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B28C4DE0-4656-4860-A780-B2966A5C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(v1.0.0)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43344592-54B1-4083-821C-8E206D6C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A90367EF-B46F-4D3A-BF7C-48E42D7E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6944827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2026-09-06T03:54:52.2050000Z</dcterms:created>
  <dcterms:modified xsi:type="dcterms:W3CDTF">2026-09-06T03:54:52.2050000Z</dcterms:modified>
</coreProperties>
</file>