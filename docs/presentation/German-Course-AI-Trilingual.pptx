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f2156502ad4e3b" /><Relationship Type="http://schemas.openxmlformats.org/officeDocument/2006/relationships/extended-properties" Target="/docProps/app.xml" Id="Rab217b607c3844ad" /><Relationship Type="http://schemas.openxmlformats.org/officeDocument/2006/relationships/officeDocument" Target="/ppt/presentation.xml" Id="R63e09b2b75a64b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6470800ee049a6"/>
  </p:sldMasterIdLst>
  <p:notesMasterIdLst>
    <p:notesMasterId xmlns:r="http://schemas.openxmlformats.org/officeDocument/2006/relationships" r:id="R22b27a76ee1b4203"/>
  </p:notesMasterIdLst>
  <p:sldIdLst>
    <p:sldId xmlns:r="http://schemas.openxmlformats.org/officeDocument/2006/relationships" id="256" r:id="Rc294c8a4ed3e4522"/>
    <p:sldId xmlns:r="http://schemas.openxmlformats.org/officeDocument/2006/relationships" id="257" r:id="Rbac37d11e1cd489f"/>
    <p:sldId xmlns:r="http://schemas.openxmlformats.org/officeDocument/2006/relationships" id="258" r:id="R0ea24a5d0aea4245"/>
    <p:sldId xmlns:r="http://schemas.openxmlformats.org/officeDocument/2006/relationships" id="259" r:id="Rb552dd27045248c1"/>
    <p:sldId xmlns:r="http://schemas.openxmlformats.org/officeDocument/2006/relationships" id="260" r:id="R83e0d5ce3aab47c5"/>
    <p:sldId xmlns:r="http://schemas.openxmlformats.org/officeDocument/2006/relationships" id="261" r:id="R1cd0d593b63440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90931ef3734419" /><Relationship Type="http://schemas.openxmlformats.org/officeDocument/2006/relationships/slideMaster" Target="/ppt/slideMasters/slideMaster1.xml" Id="Rfb6470800ee049a6" /><Relationship Type="http://schemas.openxmlformats.org/officeDocument/2006/relationships/notesMaster" Target="/ppt/notesMasters/notesMaster1.xml" Id="R22b27a76ee1b4203" /><Relationship Type="http://schemas.openxmlformats.org/officeDocument/2006/relationships/presProps" Target="/ppt/presProps.xml" Id="Rd30c72cac79d48cd" /><Relationship Type="http://schemas.openxmlformats.org/officeDocument/2006/relationships/tableStyles" Target="/ppt/tableStyles.xml" Id="R9298b6f2036146c4" /><Relationship Type="http://schemas.openxmlformats.org/officeDocument/2006/relationships/slide" Target="/ppt/slides/slide1.xml" Id="Rc294c8a4ed3e4522" /><Relationship Type="http://schemas.openxmlformats.org/officeDocument/2006/relationships/slide" Target="/ppt/slides/slide2.xml" Id="Rbac37d11e1cd489f" /><Relationship Type="http://schemas.openxmlformats.org/officeDocument/2006/relationships/slide" Target="/ppt/slides/slide3.xml" Id="R0ea24a5d0aea4245" /><Relationship Type="http://schemas.openxmlformats.org/officeDocument/2006/relationships/slide" Target="/ppt/slides/slide4.xml" Id="Rb552dd27045248c1" /><Relationship Type="http://schemas.openxmlformats.org/officeDocument/2006/relationships/slide" Target="/ppt/slides/slide5.xml" Id="R83e0d5ce3aab47c5" /><Relationship Type="http://schemas.openxmlformats.org/officeDocument/2006/relationships/slide" Target="/ppt/slides/slide6.xml" Id="R1cd0d593b63440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e7706345a24d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e5c0cf1209471b" /><Relationship Type="http://schemas.openxmlformats.org/officeDocument/2006/relationships/notesMaster" Target="/ppt/notesMasters/notesMaster1.xml" Id="R6ed35388660c4c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0b3cf8d4494db9" /><Relationship Type="http://schemas.openxmlformats.org/officeDocument/2006/relationships/notesMaster" Target="/ppt/notesMasters/notesMaster1.xml" Id="R00046526a95541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8eb677673f429b" /><Relationship Type="http://schemas.openxmlformats.org/officeDocument/2006/relationships/notesMaster" Target="/ppt/notesMasters/notesMaster1.xml" Id="R4956cbfef5c64e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f50913686e4e48" /><Relationship Type="http://schemas.openxmlformats.org/officeDocument/2006/relationships/notesMaster" Target="/ppt/notesMasters/notesMaster1.xml" Id="Raed7e3986c8345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a74bcc825a47c7" /><Relationship Type="http://schemas.openxmlformats.org/officeDocument/2006/relationships/notesMaster" Target="/ppt/notesMasters/notesMaster1.xml" Id="Rd40ba4eba58642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760b5485c649a7" /><Relationship Type="http://schemas.openxmlformats.org/officeDocument/2006/relationships/notesMaster" Target="/ppt/notesMasters/notesMaster1.xml" Id="R22b7e3d7f3c148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D:\GE_FR\GermanCourseAI\assets\app-final.png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D:\GE_FR\GermanCourseAI\docs\presentation\assets\german-course-ai-screenshot.jpg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https://github.com/Azizsekerdil/GermanCourseAI/releases/tag/v1.2.1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da3843cfe45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92eea4f07942ba" /><Relationship Type="http://schemas.openxmlformats.org/officeDocument/2006/relationships/slideLayout" Target="/ppt/slideLayouts/slideLayout1.xml" Id="R35b16748b00a4f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b16748b00a4f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4a174924d446b2" /><Relationship Type="http://schemas.openxmlformats.org/officeDocument/2006/relationships/image" Target="/ppt/media/image.png" Id="Rf6151f74836145f1" /><Relationship Type="http://schemas.openxmlformats.org/officeDocument/2006/relationships/notesSlide" Target="/ppt/notesSlides/notesSlide1.xml" Id="R1c660e71874540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ab21cd83d4d78" /><Relationship Type="http://schemas.openxmlformats.org/officeDocument/2006/relationships/image" Target="/ppt/media/image.jpeg" Id="R13b1114ad79141b2" /><Relationship Type="http://schemas.openxmlformats.org/officeDocument/2006/relationships/notesSlide" Target="/ppt/notesSlides/notesSlide2.xml" Id="R2713b52bcd0d49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57b9f9ed2d49e3" /><Relationship Type="http://schemas.openxmlformats.org/officeDocument/2006/relationships/notesSlide" Target="/ppt/notesSlides/notesSlide3.xml" Id="Rfc4e6742921643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31a5db30a47c3" /><Relationship Type="http://schemas.openxmlformats.org/officeDocument/2006/relationships/notesSlide" Target="/ppt/notesSlides/notesSlide4.xml" Id="R3f4b903e8bb94b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7670c80ce41d1" /><Relationship Type="http://schemas.openxmlformats.org/officeDocument/2006/relationships/notesSlide" Target="/ppt/notesSlides/notesSlide5.xml" Id="R6f292fe3311542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98cdc386145ac" /><Relationship Type="http://schemas.openxmlformats.org/officeDocument/2006/relationships/notesSlide" Target="/ppt/notesSlides/notesSlide6.xml" Id="Rb96a5276ede945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14B3D6B9-445D-44A2-8E97-01E5AAE5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26F36264-7935-4793-835F-CA26DDC3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7C3E0754-363D-46A5-9BE2-FBEC91C4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2992156B-1D8C-490A-85F7-D266AC19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2C76A826-1646-4BEF-9EEC-C81BB990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83F30FBD-50E9-4C41-9F42-489BABED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ABEFD817-614D-46EC-84CB-9366A057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FB12C3F3-F292-4678-8E9C-3EF1278D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EFCCA83D-1DAE-4FEE-B746-62CD87EC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A0C8CAD1-5429-4DAD-AC14-C0174E8A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51f74836145f1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B7E74536-D7B9-438F-83AB-2B3ADD91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9824152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42438EEE-29B1-4573-8C2C-D6442AF9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BFD603E9-4E08-4D49-A964-AA7F7A48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89F96673-1B5D-4394-8262-EEC28AA4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B74143F6-CB24-4C00-8C6A-D89D999D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7A0F68E7-D3BC-41CB-B192-81633A42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B9FFE249-2901-4126-A312-17B32819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97F44F56-2F73-4F2D-97CE-3AB4901E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0A728414-F0E9-4D07-A100-D752B514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Bereiche verbinden Wiederholung, Wortschatz, ein dreisprachiges Wörterbuch DE-EN-TR,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B4FC1561-B7B1-49BF-AD8E-7AB060D0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1DF0A915-1A13-465F-9F71-A86A851C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D053B184-1606-48C2-B7BC-C00FCC9A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1114ad79141b2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528F09C7-C1DC-4DB9-8589-6F29E88D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5984636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93D295DC-2744-40D3-A1AE-ABB0BCC6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EBDA4538-9D1B-4257-A719-AD96CA21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66637E16-B2C0-4F75-A681-6B533439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77CCFC61-D883-4819-BA9F-001AD4BC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4FCEFEBE-7797-445F-87B2-1392693E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E7D9BB4A-47C9-48C9-9B5B-F42F7F5F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297CA754-41C0-4DAE-8F41-48C6C602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985684D5-BBB3-4E7C-9C8F-0173FFA8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C480357B-28DE-47CB-AE7C-8CE403CB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833B86D7-DB85-418D-ACBC-B9CD3D34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6A5F78D2-7FEF-4898-BBAA-AF629786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D2577201-57C3-404F-B86A-96B9A04F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BA37C997-8B33-4B17-92CE-7F061160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a 1,260-entry DE-EN-TR dictionary with selectable direction,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79558AED-B2A4-46FA-8DD1-25B0166C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2189682A-C0A6-467A-8FDB-68AF5C76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4A6CB7C3-EB5E-4494-AEC7-29E380B9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588AE6DA-74FB-43B1-81DE-C6D175BA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45BE4DD0-4D50-40CE-B4E0-9666D219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7228346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30FDCB22-6D06-4B18-A53C-F8E25AF7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8B3F5F92-50B9-4E9D-9843-FB499F2A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AAD50183-F0FE-4E8B-850F-49FE56DE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F54EF8A0-CD9D-4301-8EC4-98044676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A7F9FC1F-A790-4F07-8811-F463F430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BE95A19A-3C68-4AEF-AD9F-C4B45C15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40F90A27-B1B8-470B-8A47-501E84CB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3BD54691-50FF-45AA-A511-EB7003BC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49B8AFAA-2F40-4660-ADD5-261A990D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6EFAD6DC-6C5C-4060-B8EF-7D796223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7C1AB7DA-3EA3-4A7A-A5EE-53674A46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31615D10-ACE5-43AB-94E8-9DE78715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ECC9440E-989A-4EFC-A3DA-F282C14C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0C658488-FE97-42A8-9AB7-4F0AC55E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7CDAA0A1-D413-4DBA-8CDE-B1412FAB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CD42D5FB-7B3A-4B4B-A23F-80120B89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Häuser → das Haus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1EF74836-FB2C-4DBE-8611-764FBA99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DE↔EN↔TR yön seçimli · dictionary DE/EN/TR with direction switch · Wörterbuch DE/EN/TR mit Richtungswahl</a:t>
            </a:r>
          </a:p>
        </p:txBody>
      </p:sp>
    </p:spTree>
    <p:extLst>
      <p:ext uri="{BB962C8B-B14F-4D97-AF65-F5344CB8AC3E}">
        <p14:creationId xmlns:p14="http://schemas.microsoft.com/office/powerpoint/2010/main" val="14395599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FA656A7D-158F-4D57-9A5F-F24EBDC5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F5203EE4-91AE-428E-A27E-F6EF05FF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52D414B9-0AB1-46E7-B8A0-2D994596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EB61DE7F-4840-499E-A390-D7EA12D9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34DDE3CF-9772-431C-B65B-B5D12E9B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40F538D9-D71A-4CC5-82DC-83F1A50D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CCDAC4FE-5A3F-4DE8-BADB-505BD4FC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8B930659-438C-4236-B381-F57E4206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271F5E27-C093-4831-B12B-7C2CA8B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805D8EB0-4D61-400C-930F-C2DA558C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E183D36D-C7CF-4E13-9A9F-965ED9BD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5197C617-0E7E-46F6-A36E-606227DF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179B5E58-6B34-490A-A142-468BDE82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033D35BC-D5F5-4F24-B260-36D92975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E8204173-A4FE-4476-85B4-7596540E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F68F88E8-0166-4CBC-9329-C9774440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853DE17F-1503-49CD-8A72-AE0470CA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0A9C7909-4591-4AB3-9874-1500A7C6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ED686532-3FFB-4857-BBBF-73A9DF7D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590E123F-5E5E-4D1A-83BC-E9DC9530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6445761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0B6989CF-2FD0-45D7-BC6A-7AE4172C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5BBE06BA-0015-4E72-B5ED-00D6FCD3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941A5D76-84C5-4909-AF39-99C38F22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E17FDD47-4C3D-4CD5-B1D5-ACB5147C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A9771F7A-B5BC-4C51-B816-FF1DD576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D5C31478-0F55-4BEB-9BE0-1709B10C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0C5BF47B-B7FF-4799-84EE-547F51FF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721292BA-AA72-4898-8E74-D2C4F812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88 / 88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203477C4-7ACF-4A99-9E7C-4498FFFA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847C50D9-9C68-4161-A79F-921E53B7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3FBD1B4A-7F01-4F0A-8216-935BD3E8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5FC49AC6-4DC0-4FD5-9A9B-81DEFD3B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E4B29603-FD8E-40F9-A492-704198F6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557F7B03-803E-414D-B428-8A9B7121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A6F75BFC-1D8D-4B56-98A8-64287F05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(v1.2.1)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18B007AB-2277-4382-823C-D7C41437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(v1.2.1)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3846F6BC-F534-47DD-9F46-D01BDCC2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4741932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2026-09-08T05:05:30.0660000Z</dcterms:created>
  <dcterms:modified xsi:type="dcterms:W3CDTF">2026-09-08T05:05:30.0660000Z</dcterms:modified>
</coreProperties>
</file>