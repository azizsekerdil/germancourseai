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6b93752b0348dd" /><Relationship Type="http://schemas.openxmlformats.org/officeDocument/2006/relationships/extended-properties" Target="/docProps/app.xml" Id="Rb94cfcccd2a349cd" /><Relationship Type="http://schemas.openxmlformats.org/officeDocument/2006/relationships/officeDocument" Target="/ppt/presentation.xml" Id="R7e39d906b58f4a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5416c520d144d7"/>
  </p:sldMasterIdLst>
  <p:notesMasterIdLst>
    <p:notesMasterId xmlns:r="http://schemas.openxmlformats.org/officeDocument/2006/relationships" r:id="R944f634b67534c4b"/>
  </p:notesMasterIdLst>
  <p:sldIdLst>
    <p:sldId xmlns:r="http://schemas.openxmlformats.org/officeDocument/2006/relationships" id="256" r:id="R6c47d783ae2549ee"/>
    <p:sldId xmlns:r="http://schemas.openxmlformats.org/officeDocument/2006/relationships" id="257" r:id="R1ff21c9a833d428b"/>
    <p:sldId xmlns:r="http://schemas.openxmlformats.org/officeDocument/2006/relationships" id="258" r:id="Rea0b44f9643f49fe"/>
    <p:sldId xmlns:r="http://schemas.openxmlformats.org/officeDocument/2006/relationships" id="259" r:id="R25588092b3cc4d92"/>
    <p:sldId xmlns:r="http://schemas.openxmlformats.org/officeDocument/2006/relationships" id="260" r:id="Rb6535701c7294d2e"/>
    <p:sldId xmlns:r="http://schemas.openxmlformats.org/officeDocument/2006/relationships" id="261" r:id="R350b568ab17c4a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c8e7f3bd44b25" /><Relationship Type="http://schemas.openxmlformats.org/officeDocument/2006/relationships/slideMaster" Target="/ppt/slideMasters/slideMaster1.xml" Id="R925416c520d144d7" /><Relationship Type="http://schemas.openxmlformats.org/officeDocument/2006/relationships/notesMaster" Target="/ppt/notesMasters/notesMaster1.xml" Id="R944f634b67534c4b" /><Relationship Type="http://schemas.openxmlformats.org/officeDocument/2006/relationships/presProps" Target="/ppt/presProps.xml" Id="R02bd8f5dc522414c" /><Relationship Type="http://schemas.openxmlformats.org/officeDocument/2006/relationships/tableStyles" Target="/ppt/tableStyles.xml" Id="R92106c2930044cc7" /><Relationship Type="http://schemas.openxmlformats.org/officeDocument/2006/relationships/slide" Target="/ppt/slides/slide1.xml" Id="R6c47d783ae2549ee" /><Relationship Type="http://schemas.openxmlformats.org/officeDocument/2006/relationships/slide" Target="/ppt/slides/slide2.xml" Id="R1ff21c9a833d428b" /><Relationship Type="http://schemas.openxmlformats.org/officeDocument/2006/relationships/slide" Target="/ppt/slides/slide3.xml" Id="Rea0b44f9643f49fe" /><Relationship Type="http://schemas.openxmlformats.org/officeDocument/2006/relationships/slide" Target="/ppt/slides/slide4.xml" Id="R25588092b3cc4d92" /><Relationship Type="http://schemas.openxmlformats.org/officeDocument/2006/relationships/slide" Target="/ppt/slides/slide5.xml" Id="Rb6535701c7294d2e" /><Relationship Type="http://schemas.openxmlformats.org/officeDocument/2006/relationships/slide" Target="/ppt/slides/slide6.xml" Id="R350b568ab17c4a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7d0e349e624b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10032c699b4f28" /><Relationship Type="http://schemas.openxmlformats.org/officeDocument/2006/relationships/notesMaster" Target="/ppt/notesMasters/notesMaster1.xml" Id="Rddbca4978f8540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7f8df73d0b45f7" /><Relationship Type="http://schemas.openxmlformats.org/officeDocument/2006/relationships/notesMaster" Target="/ppt/notesMasters/notesMaster1.xml" Id="Rfecb2d8f5cb64f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c58e9e2143407b" /><Relationship Type="http://schemas.openxmlformats.org/officeDocument/2006/relationships/notesMaster" Target="/ppt/notesMasters/notesMaster1.xml" Id="Re2a67631e2044a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8a1ba2d34d4d4e" /><Relationship Type="http://schemas.openxmlformats.org/officeDocument/2006/relationships/notesMaster" Target="/ppt/notesMasters/notesMaster1.xml" Id="R87ff9c04fca345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1b9f1fb4ff477f" /><Relationship Type="http://schemas.openxmlformats.org/officeDocument/2006/relationships/notesMaster" Target="/ppt/notesMasters/notesMaster1.xml" Id="R5f2b164b26a647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28cf224b6c4ef0" /><Relationship Type="http://schemas.openxmlformats.org/officeDocument/2006/relationships/notesMaster" Target="/ppt/notesMasters/notesMaster1.xml" Id="Ra49eeaf8ef494b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https://github.com/Azizsekerdil/GermanCourseAI/releases/tag/v1.0.0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5fb71b591043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91c88838f544df" /><Relationship Type="http://schemas.openxmlformats.org/officeDocument/2006/relationships/slideLayout" Target="/ppt/slideLayouts/slideLayout1.xml" Id="R7874d5378f7949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74d5378f7949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9894a4668491a" /><Relationship Type="http://schemas.openxmlformats.org/officeDocument/2006/relationships/image" Target="/ppt/media/image.png" Id="R93e3aa85f4464eb3" /><Relationship Type="http://schemas.openxmlformats.org/officeDocument/2006/relationships/notesSlide" Target="/ppt/notesSlides/notesSlide1.xml" Id="Rd7d0bb36b54049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7f55422bc42c5" /><Relationship Type="http://schemas.openxmlformats.org/officeDocument/2006/relationships/image" Target="/ppt/media/image.jpeg" Id="R44bebcc1930c4710" /><Relationship Type="http://schemas.openxmlformats.org/officeDocument/2006/relationships/notesSlide" Target="/ppt/notesSlides/notesSlide2.xml" Id="R37639875ebb544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32fdc2539405a" /><Relationship Type="http://schemas.openxmlformats.org/officeDocument/2006/relationships/notesSlide" Target="/ppt/notesSlides/notesSlide3.xml" Id="Rae923e55c4cd41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ce1746e704d2f" /><Relationship Type="http://schemas.openxmlformats.org/officeDocument/2006/relationships/notesSlide" Target="/ppt/notesSlides/notesSlide4.xml" Id="Rac85d3c0145843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9242f538f4b6b" /><Relationship Type="http://schemas.openxmlformats.org/officeDocument/2006/relationships/notesSlide" Target="/ppt/notesSlides/notesSlide5.xml" Id="R1378f2b3866546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7f224fbb6486d" /><Relationship Type="http://schemas.openxmlformats.org/officeDocument/2006/relationships/notesSlide" Target="/ppt/notesSlides/notesSlide6.xml" Id="Rb50b6372f95c43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CCA520DB-A332-41F7-B660-CFF11DED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61267023-FF07-4D30-B45A-971BFFA3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5F5650EC-2956-424B-98BE-C4FDEBEB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042E64A7-98FE-49AE-9A1B-16A45706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586042F5-9CD0-4F69-85E0-DF495900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8C84A7AA-014B-42A5-B22A-1C726A25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48E8C130-6CBB-45CB-A523-73687538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F2015877-5EB1-4595-8497-8687C7D6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5D61D76D-4253-434E-89EE-5C3ADCFD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11615049-7E32-496D-87D3-B30F9F40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3aa85f4464eb3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282CCCFB-42C9-4AD4-93AD-0D5A8DC0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541527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AFEF2905-D59A-4C8E-9642-78744B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E068ACAA-2AC7-4966-AB0B-AC7EF187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3A11917C-1F2E-46A8-9F3B-AF5196D3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82C2B217-191A-472A-95F1-3E59E762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40D8EADA-8A26-4008-AD0A-7CF9BBDF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8E7E55F7-5932-4DD8-B536-EC1D65EF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B2CFFD31-0883-412C-B5AC-9909650F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07F811D6-4351-4FF5-80D0-6FE0FF10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Bereiche verbinden Wiederholung, Wortschatz,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9D730B93-8FEC-4B9F-AB35-4E89C819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8CEB4B68-030C-44F6-91DA-0F0A0822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8F44A2E7-9BD6-4079-937A-CFA7ACF0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ebcc1930c4710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7E92A051-BBE5-4809-9D28-826C0572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20227965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794C1A4F-076D-4BE6-81E4-8BA499BB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5B442726-6168-4B1F-A5C8-009AA4F3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49FDF277-6683-4DA2-B0B5-AB7B708E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2D867B5F-D3E3-4936-980D-876BFB52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C83BDE62-72E9-4CEE-818F-AB747E5E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8CFA9AFF-E82F-4DD3-919D-D5CD2DDA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80698B3A-CC96-4BA6-A786-5114C904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A46491DA-C0FD-4E3B-B343-D06A0B89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82E94A7E-D0E1-42F3-8EA7-9173E17E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18AD1510-EF5B-4248-B561-A34A8D57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869F3B1B-6B84-4A71-938C-547B5B36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BCD1F13A-BA37-4E2B-8549-38361541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DE09831D-6F19-4048-96BF-0EA3D445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58518209-6109-4951-82D6-E69CA41B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0DE4E7F9-6407-4AC8-AC6C-85CEC5FB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94346061-2019-44CA-88E3-8D60A026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BD7A2075-A05F-478E-A810-0356E7C7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2E32DF77-2D8F-45EB-B24F-BD78DEED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1345429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67F0E3EF-91C9-476C-B381-31372171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6FB4FDCF-2193-4093-BDD3-756379C3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368E7495-94F6-49FD-96E3-427E828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8BF8A537-760A-438F-8121-04C216AB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7AFDD9D2-C5B1-457C-86DE-2DCDF558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DA4ACD0C-DF6C-44F1-976C-C9BB2CE4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1139617D-2B9B-4015-B912-DB6C8E8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B792D042-789E-48F8-A6F9-C394C3C4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27B1A7F3-AE4B-4B1B-A203-0FC4D146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2926012E-BE38-4530-A396-2F5D2A42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A74348C3-3CC1-4910-8789-5A8DC359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EF42DFD7-6833-4A54-A9D4-AD081BC9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8525FDE6-EB1D-453D-9896-CA66C886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75802C17-A084-4E44-B950-88D07323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A4999BE6-9176-4A24-81D7-ECA4E970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52A3737A-1EA2-46A1-969A-70290550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Ich heiße Alex.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604865D1-C0D9-41B4-A656-487064A1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Yazım ve ses eşleşir · spelling meets sound · Schrift trifft Laut</a:t>
            </a:r>
          </a:p>
        </p:txBody>
      </p:sp>
    </p:spTree>
    <p:extLst>
      <p:ext uri="{BB962C8B-B14F-4D97-AF65-F5344CB8AC3E}">
        <p14:creationId xmlns:p14="http://schemas.microsoft.com/office/powerpoint/2010/main" val="8766607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FB473E37-7B85-4869-B0AF-A8E7AD8F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223E0C47-A24D-4117-90B9-FB0DBA8C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A8144FDD-C565-47CD-84A5-CC889905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14AB353F-4279-4C0E-A7A1-6D26AA6B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D878E27B-5862-4659-A742-4917FF7E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A7B7C423-B128-4B70-B1B3-3BD6B2F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F517A83B-C1E7-4668-8199-B82C431A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46E7FC02-7F62-4A18-AD02-07B874F8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DE3B1ED9-BB49-474A-8C6A-DBCFFF19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F00CC188-D5AC-4DEC-A471-54A91E8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9E1C1005-C29B-481C-A93B-2EF692AA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5AF22C96-9D87-4684-BB0A-875A005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F7D1BB8C-0D7F-489E-ACA1-957BDEB2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3CD65CA8-7104-4B14-BAE4-78B910D8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İstek yalnızca yerel uç noktaya gider; bağlantı yoksa akış güvenle kapanır.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4CEA908C-C365-441C-BC65-D8FEB399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76173E55-15FD-4468-9B12-E131A3A4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9B8C1274-37A2-4AA0-80CA-7D87EF82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08535279-17D2-43FC-AF99-84D77E38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45051014-7F20-4542-B8BD-1F642F59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225F76A9-BA29-453D-8954-CBDCD662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3841070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ED610AAA-7DEF-4AB3-9F83-5E66D112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655FFB04-5677-4211-B205-184E7D4C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856CFA1C-567D-4035-96C5-5CD47C3F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D31A45CD-77EB-428A-A2D3-1A0860BC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D2565E15-6485-4EE3-ADE9-5D9D78EF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AB1F2B34-7745-4BB7-B399-715B1C9D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7C6852D6-BE50-4CCA-9307-771B952D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23686F73-6D27-4AE3-8D7A-D99FF3B6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29 / 29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F1D98C32-1C27-429A-AD0D-6DEF8ECA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9B19AF61-CE77-49EC-B95E-13B34506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9ED7C3EF-D217-48AB-9080-976A3EB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F879CB93-B650-4AF6-B75B-EA13866C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51698320-5E90-4905-B035-C349A076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4712D08C-8188-44F1-B727-F8EE034E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1153917D-7FBF-49B2-A6C8-774A2C08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(v1.0.0)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C3B2AE6C-212B-4397-A727-EFBB2348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9F84A400-C90D-47D7-8BDC-72084F38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0568170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2026-09-01T07:44:16.0680000Z</dcterms:created>
  <dcterms:modified xsi:type="dcterms:W3CDTF">2026-09-01T07:44:16.0680000Z</dcterms:modified>
</coreProperties>
</file>